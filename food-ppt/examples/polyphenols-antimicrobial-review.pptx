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deck generated by food-ppt to demonstrate the skill. Content is grounded in the paper's published abstract and metadata (DOI 10.3390/antiox14020200). In normal use, food-fetch + the pdf skill read the full open-access PDF; here the publisher bot-blocked the automated PDF pull, so slides draw on the abstract.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motivation before mechanisms.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Straight from the abstract: polyphenols (PPs) play a critical role in food safety, preservation, and shelf-life extension. Frame the review's premise — natural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abstract attributes effectiveness predominantly to hydroxyl groups and electron delocalization, plus metal-ion complexation as an amplifier. Keep to what the abstract states; the full paper details structure–activity correlations.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abstract lists these interaction sites and consequences for foodborne bacteria. Left = structural targets, right = functional consequences.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conceptual summary drawn from the abstract's described interaction sites and effects — no numeric data is claimed. This slide is a NATIVE editable PowerPoint table (each cell can be edited), demonstrating that tables are not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review's analytical thread — mapping chemical structure to how each polyphenol acts. Emphasise 'multifaceted' interactions.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abstract's forward-looking claim. Note this is the review's stated potential, not a demonstrated head-to-head result — hedge accordingly when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source for this example deck. Open access under CC-BY.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slides were generated by the food-ppt skill (Academic Skills for Food &amp; Nutrition Science) from the paper's abstract/metadata, then to be checked by a human presenter. Replace with the venue's required AI statement when presenting real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000" b="1">
                <a:solidFill>
                  <a:srgbClr val="3B5A40"/>
                </a:solidFill>
                <a:latin typeface="Georgia"/>
              </a:rPr>
              <a:t>Antimicrobial Potential of Polyphenols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20261F"/>
                </a:solidFill>
                <a:latin typeface="Calibri"/>
              </a:rPr>
              <a:t>Mechanisms of action and microbial responses — a narrative review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5C6357"/>
                </a:solidFill>
                <a:latin typeface="Calibri"/>
              </a:rPr>
              <a:t>Rossi, Rocchetti, Lucini &amp; Rebecchi (2025) · Antioxidants 14(2):200 · CC-BY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C6357"/>
                </a:solidFill>
                <a:latin typeface="Calibri"/>
              </a:rPr>
              <a:t>Journal-club deck (example)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00400"/>
            <a:ext cx="2926080" cy="3810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0"/>
            <a:ext cx="10515600" cy="68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Why polyphenols as food antimicrobials?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2377440" cy="3810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0" y="61264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3B5A40"/>
                </a:solidFill>
                <a:latin typeface="Georgia"/>
              </a:rPr>
              <a:t>Polyphenols are bioactive antimicrobial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Recognised as bioactive compounds and antimicrobial agents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Enhance food safety and preservation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Extend product shelf life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Positioned as natural alternatives to synthetic additives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Polyphenols · journal 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3B5A40"/>
                </a:solidFill>
                <a:latin typeface="Georgia"/>
              </a:rPr>
              <a:t>Antimicrobial action traces to their chemistry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Hydroxyl groups and electron delocalization drive activity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Interact with microbial cell membranes, proteins, and organelles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Form complexes with metal ions — further amplifying activity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Polyphenols · journal 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3B5A40"/>
                </a:solidFill>
                <a:latin typeface="Georgia"/>
              </a:rPr>
              <a:t>One class, several targets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5074920" cy="4663440"/>
          </a:xfrm>
          <a:prstGeom prst="rect">
            <a:avLst/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617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3B5A40"/>
                </a:solidFill>
                <a:latin typeface="Calibri"/>
              </a:rPr>
              <a:t>▪  </a:t>
            </a:r>
            <a:r>
              <a:rPr sz="1700">
                <a:solidFill>
                  <a:srgbClr val="20261F"/>
                </a:solidFill>
                <a:latin typeface="Calibri"/>
              </a:rPr>
              <a:t>Cell membrane — destructive damage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3B5A40"/>
                </a:solidFill>
                <a:latin typeface="Calibri"/>
              </a:rPr>
              <a:t>▪  </a:t>
            </a:r>
            <a:r>
              <a:rPr sz="1700">
                <a:solidFill>
                  <a:srgbClr val="20261F"/>
                </a:solidFill>
                <a:latin typeface="Calibri"/>
              </a:rPr>
              <a:t>Proteins — impaired / harmed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3B5A40"/>
                </a:solidFill>
                <a:latin typeface="Calibri"/>
              </a:rPr>
              <a:t>▪  </a:t>
            </a:r>
            <a:r>
              <a:rPr sz="1700">
                <a:solidFill>
                  <a:srgbClr val="20261F"/>
                </a:solidFill>
                <a:latin typeface="Calibri"/>
              </a:rPr>
              <a:t>Nucleic acids — harmed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81328"/>
            <a:ext cx="5074920" cy="4663440"/>
          </a:xfrm>
          <a:prstGeom prst="rect">
            <a:avLst/>
          </a:prstGeom>
          <a:solidFill>
            <a:srgbClr val="F4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45920"/>
            <a:ext cx="4617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3B5A40"/>
                </a:solidFill>
                <a:latin typeface="Calibri"/>
              </a:rPr>
              <a:t>▪  </a:t>
            </a:r>
            <a:r>
              <a:rPr sz="1700">
                <a:solidFill>
                  <a:srgbClr val="20261F"/>
                </a:solidFill>
                <a:latin typeface="Calibri"/>
              </a:rPr>
              <a:t>Metabolic pathways — reduced efficiency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3B5A40"/>
                </a:solidFill>
                <a:latin typeface="Calibri"/>
              </a:rPr>
              <a:t>▪  </a:t>
            </a:r>
            <a:r>
              <a:rPr sz="1700">
                <a:solidFill>
                  <a:srgbClr val="20261F"/>
                </a:solidFill>
                <a:latin typeface="Calibri"/>
              </a:rPr>
              <a:t>Metal ions — chelated into complexes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3B5A40"/>
                </a:solidFill>
                <a:latin typeface="Calibri"/>
              </a:rPr>
              <a:t>▪  </a:t>
            </a:r>
            <a:r>
              <a:rPr sz="1700">
                <a:solidFill>
                  <a:srgbClr val="20261F"/>
                </a:solidFill>
                <a:latin typeface="Calibri"/>
              </a:rPr>
              <a:t>Net effect on foodborne bacteria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Polyphenols · journal club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3B5A40"/>
                </a:solidFill>
                <a:latin typeface="Georgia"/>
              </a:rPr>
              <a:t>Mechanisms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Target of polyphenols</a:t>
                      </a:r>
                    </a:p>
                  </a:txBody>
                  <a:tcPr>
                    <a:solidFill>
                      <a:srgbClr val="3B5A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Consequence for foodborne bacteria</a:t>
                      </a:r>
                    </a:p>
                  </a:txBody>
                  <a:tcPr>
                    <a:solidFill>
                      <a:srgbClr val="3B5A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Cell membrane</a:t>
                      </a:r>
                    </a:p>
                  </a:txBody>
                  <a:tcPr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Destructive damage</a:t>
                      </a:r>
                    </a:p>
                  </a:txBody>
                  <a:tcPr>
                    <a:solidFill>
                      <a:srgbClr val="F4F7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Proteins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Function impaired / harmed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Nucleic acids</a:t>
                      </a:r>
                    </a:p>
                  </a:txBody>
                  <a:tcPr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Harmed</a:t>
                      </a:r>
                    </a:p>
                  </a:txBody>
                  <a:tcPr>
                    <a:solidFill>
                      <a:srgbClr val="F4F7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Metabolic pathways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Reduced efficiency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Metal ions</a:t>
                      </a:r>
                    </a:p>
                  </a:txBody>
                  <a:tcPr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61F"/>
                          </a:solidFill>
                          <a:latin typeface="Calibri"/>
                        </a:rPr>
                        <a:t>Chelated into complexes (amplifies activity)</a:t>
                      </a:r>
                    </a:p>
                  </a:txBody>
                  <a:tcPr>
                    <a:solidFill>
                      <a:srgbClr val="F4F7F1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Polyphenols · journal 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3B5A40"/>
                </a:solidFill>
                <a:latin typeface="Georgia"/>
              </a:rPr>
              <a:t>Structure determines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Narrative review of polyphenol–foodborne-pathogen interactions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Correlates chemical structure with mechanism of action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Multifaceted rather than a single mode of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Polyphenols · journal 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3B5A40"/>
                </a:solidFill>
                <a:latin typeface="Georgia"/>
              </a:rPr>
              <a:t>Implication: natural preservatives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Potential as innovative natural preservatives in food systems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3B5A40"/>
                </a:solidFill>
                <a:latin typeface="Calibri"/>
              </a:rPr>
              <a:t>▪  </a:t>
            </a:r>
            <a:r>
              <a:rPr sz="1800">
                <a:solidFill>
                  <a:srgbClr val="20261F"/>
                </a:solidFill>
                <a:latin typeface="Calibri"/>
              </a:rPr>
              <a:t>Eco-friendly, sustainable alternative to synthetic additives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Polyphenols · journal 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3B5A40"/>
                </a:solidFill>
                <a:latin typeface="Georgia"/>
              </a:rPr>
              <a:t>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0261F"/>
                </a:solidFill>
                <a:latin typeface="Calibri"/>
              </a:rPr>
              <a:t>Rossi L., Rocchetti G., Lucini L., Rebecchi A. (2025). Antimicrobial Potential of Polyphenols: Mechanisms of Action and Microbial Responses — A Narrative Review. Antioxidants 14(2):200. https://doi.org/10.3390/antiox14020200 (CC-BY).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Polyphenols · journal 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C635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0"/>
            <a:ext cx="10515600" cy="68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AI-use disclosure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2377440" cy="38100"/>
          </a:xfrm>
          <a:prstGeom prst="rect">
            <a:avLst/>
          </a:prstGeom>
          <a:solidFill>
            <a:srgbClr val="7D9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0" y="61264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